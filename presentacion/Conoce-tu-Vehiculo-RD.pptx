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400800" cy="6400800"/>
          </a:xfrm>
          <a:prstGeom prst="ellipse">
            <a:avLst/>
          </a:prstGeom>
          <a:solidFill>
            <a:srgbClr val="0D3D7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7315200" cy="7315200"/>
          </a:xfrm>
          <a:prstGeom prst="ellipse">
            <a:avLst/>
          </a:prstGeom>
          <a:solidFill>
            <a:srgbClr val="0B3168"/>
          </a:solidFill>
          <a:ln/>
        </p:spPr>
      </p:sp>
      <p:sp>
        <p:nvSpPr>
          <p:cNvPr id="4" name="Shape 2"/>
          <p:cNvSpPr/>
          <p:nvPr/>
        </p:nvSpPr>
        <p:spPr>
          <a:xfrm>
            <a:off x="800557" y="544525"/>
            <a:ext cx="520294" cy="364846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566928"/>
            <a:ext cx="215341" cy="137617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6" name="Shape 4"/>
          <p:cNvSpPr/>
          <p:nvPr/>
        </p:nvSpPr>
        <p:spPr>
          <a:xfrm>
            <a:off x="1083107" y="566928"/>
            <a:ext cx="215341" cy="137617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749351"/>
            <a:ext cx="215341" cy="137617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8" name="Shape 6"/>
          <p:cNvSpPr/>
          <p:nvPr/>
        </p:nvSpPr>
        <p:spPr>
          <a:xfrm>
            <a:off x="1083107" y="749351"/>
            <a:ext cx="215341" cy="137617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MÓVIL  ·  REPÚBLICA DOMINICANA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Conoce tu</a:t>
            </a:r>
            <a:endParaRPr lang="en-US" sz="6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Vehículo RD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tu carro como un experto, sin serlo.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</a:t>
            </a:r>
            <a:pPr indent="0" marL="0">
              <a:buNone/>
            </a:pPr>
            <a:r>
              <a:rPr lang="en-US" sz="15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asesor de bolsillo que conoce tu carro y el contexto dominicano.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34856" y="585216"/>
            <a:ext cx="2724341" cy="5687568"/>
          </a:xfrm>
          <a:prstGeom prst="roundRect">
            <a:avLst>
              <a:gd name="adj" fmla="val 537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14" name="Image 0" descr="C:\Users\saint\Desktop\Bootcamp Builder AA\Conoce tu Vehiculo RD\prototipo\shots\1-bienven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640080"/>
            <a:ext cx="2614613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Tener carro no significa saber cuidarlo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🤷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Nadie te enseñó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78408" y="3794760"/>
            <a:ext cx="6400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un vehículo, pero no sabes cuándo darle mantenimiento ni cómo tratarlo.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19456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🌎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0060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 que no aplican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818888" y="3794760"/>
            <a:ext cx="640080" cy="4572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guías internacionales ignoran el clima, las calles y los repuestos de RD.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1080" y="219456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410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 caro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659368" y="3794760"/>
            <a:ext cx="64008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descuido se convierte en reparaciones costosas y en un carro que se daña antes.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dueños aprenden... cuando ya es tarde.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3200400"/>
            <a:ext cx="8229600" cy="8229600"/>
          </a:xfrm>
          <a:prstGeom prst="ellipse">
            <a:avLst/>
          </a:prstGeom>
          <a:solidFill>
            <a:srgbClr val="0D3D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app que habla tu idioma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040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i="1" dirty="0">
                <a:solidFill>
                  <a:srgbClr val="E8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“Un asesor de bolsillo que conoce </a:t>
            </a:r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8FE3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</a:t>
            </a:r>
            <a:pPr indent="0" marL="0">
              <a:lnSpc>
                <a:spcPts val="3800"/>
              </a:lnSpc>
              <a:buNone/>
            </a:pPr>
            <a:r>
              <a:rPr lang="en-US" sz="3000" i="1" dirty="0">
                <a:solidFill>
                  <a:srgbClr val="E8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carro y te dice, en cristiano, cómo cuidarlo — aunque no sepas nada de mecánica.”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🔎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150876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tu carro en segundos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4910328"/>
            <a:ext cx="548640" cy="54864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📘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1508760" y="49103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cuidarlo sin jerga técnica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5660136"/>
            <a:ext cx="548640" cy="54864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660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🛠️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1508760" y="566013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mantenimiento a la medida de 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89136" y="630936"/>
            <a:ext cx="2681478" cy="5596128"/>
          </a:xfrm>
          <a:prstGeom prst="roundRect">
            <a:avLst>
              <a:gd name="adj" fmla="val 5456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16" name="Image 0" descr="C:\Users\saint\Desktop\Bootcamp Builder AA\Conoce tu Vehiculo RD\prototipo\shots\3-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85800"/>
            <a:ext cx="257175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pasos, cero complicación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44752" y="1636776"/>
            <a:ext cx="1824228" cy="3767328"/>
          </a:xfrm>
          <a:prstGeom prst="roundRect">
            <a:avLst>
              <a:gd name="adj" fmla="val 802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5" name="Image 0" descr="C:\Users\saint\Desktop\Bootcamp Builder AA\Conoce tu Vehiculo RD\prototipo\shots\2-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1691640"/>
            <a:ext cx="17145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9888" y="1554480"/>
            <a:ext cx="566928" cy="56692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89888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25296" y="54864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88136" y="5870448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Año, marca, modelo y versión — eligiendo de listas.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936492" y="1636776"/>
            <a:ext cx="1824228" cy="3767328"/>
          </a:xfrm>
          <a:prstGeom prst="roundRect">
            <a:avLst>
              <a:gd name="adj" fmla="val 802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11" name="Image 1" descr="C:\Users\saint\Desktop\Bootcamp Builder AA\Conoce tu Vehiculo RD\prototipo\shots\3-per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56" y="1691640"/>
            <a:ext cx="1714500" cy="3657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81628" y="1554480"/>
            <a:ext cx="566928" cy="56692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881628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717036" y="54864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79876" y="5870448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Descripción, cuidados, accesorios y comunidades.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28232" y="1636776"/>
            <a:ext cx="1824228" cy="3767328"/>
          </a:xfrm>
          <a:prstGeom prst="roundRect">
            <a:avLst>
              <a:gd name="adj" fmla="val 802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17" name="Image 2" descr="C:\Users\saint\Desktop\Bootcamp Builder AA\Conoce tu Vehiculo RD\prototipo\shots\4-mantenimien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91640"/>
            <a:ext cx="1714500" cy="3657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73368" y="1554480"/>
            <a:ext cx="566928" cy="56692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373368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208776" y="54864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071616" y="5870448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por edad, km y contexto dominicano.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19972" y="1636776"/>
            <a:ext cx="1824228" cy="3767328"/>
          </a:xfrm>
          <a:prstGeom prst="roundRect">
            <a:avLst>
              <a:gd name="adj" fmla="val 802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8100000">
              <a:srgbClr val="0A2A5E">
                <a:alpha val="20000"/>
              </a:srgbClr>
            </a:outerShdw>
          </a:effectLst>
        </p:spPr>
      </p:sp>
      <p:pic>
        <p:nvPicPr>
          <p:cNvPr id="23" name="Image 3" descr="C:\Users\saint\Desktop\Bootcamp Builder AA\Conoce tu Vehiculo RD\prototipo\shots\5-histor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1691640"/>
            <a:ext cx="1714500" cy="3657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865108" y="1554480"/>
            <a:ext cx="566928" cy="56692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865108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700516" y="5486400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563356" y="5870448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gastos y reparaciones de tu carro.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E11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NUESTRO DIFERENCIADOR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Pensada para República Dominicana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96996" y="683148"/>
            <a:ext cx="700248" cy="489936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27080" y="713232"/>
            <a:ext cx="289956" cy="184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6" name="Shape 4"/>
          <p:cNvSpPr/>
          <p:nvPr/>
        </p:nvSpPr>
        <p:spPr>
          <a:xfrm>
            <a:off x="11277204" y="713232"/>
            <a:ext cx="289956" cy="1848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Shape 5"/>
          <p:cNvSpPr/>
          <p:nvPr/>
        </p:nvSpPr>
        <p:spPr>
          <a:xfrm>
            <a:off x="10927080" y="958200"/>
            <a:ext cx="289956" cy="18480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8" name="Shape 6"/>
          <p:cNvSpPr/>
          <p:nvPr/>
        </p:nvSpPr>
        <p:spPr>
          <a:xfrm>
            <a:off x="11277204" y="958200"/>
            <a:ext cx="289956" cy="184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app internacional considera lo que tu carro vive aquí.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299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22128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☀️</a:t>
            </a:r>
            <a:endParaRPr lang="en-US" sz="2808" dirty="0"/>
          </a:p>
        </p:txBody>
      </p:sp>
      <p:sp>
        <p:nvSpPr>
          <p:cNvPr id="14" name="Text 12"/>
          <p:cNvSpPr/>
          <p:nvPr/>
        </p:nvSpPr>
        <p:spPr>
          <a:xfrm>
            <a:off x="1737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Calor y humedad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Batería, A/C, gomas y correas se gastan más rápido.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20299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6592" y="22128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🕳️</a:t>
            </a:r>
            <a:endParaRPr lang="en-US" sz="2808" dirty="0"/>
          </a:p>
        </p:txBody>
      </p:sp>
      <p:sp>
        <p:nvSpPr>
          <p:cNvPr id="20" name="Text 18"/>
          <p:cNvSpPr/>
          <p:nvPr/>
        </p:nvSpPr>
        <p:spPr>
          <a:xfrm>
            <a:off x="55778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Hoyos y badenes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7784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la suspensión y las gomas en cada viaje.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21040" y="19202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20299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7072" y="22128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25" name="Text 23"/>
          <p:cNvSpPr/>
          <p:nvPr/>
        </p:nvSpPr>
        <p:spPr>
          <a:xfrm>
            <a:off x="8577072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🌧️</a:t>
            </a:r>
            <a:endParaRPr lang="en-US" sz="2808" dirty="0"/>
          </a:p>
        </p:txBody>
      </p:sp>
      <p:sp>
        <p:nvSpPr>
          <p:cNvPr id="26" name="Text 24"/>
          <p:cNvSpPr/>
          <p:nvPr/>
        </p:nvSpPr>
        <p:spPr>
          <a:xfrm>
            <a:off x="94183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Lluvias e inundaciones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1832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frenos y sistema eléctrico por temporada.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0873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" y="42702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42702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⛽</a:t>
            </a:r>
            <a:endParaRPr lang="en-US" sz="2808" dirty="0"/>
          </a:p>
        </p:txBody>
      </p:sp>
      <p:sp>
        <p:nvSpPr>
          <p:cNvPr id="32" name="Text 30"/>
          <p:cNvSpPr/>
          <p:nvPr/>
        </p:nvSpPr>
        <p:spPr>
          <a:xfrm>
            <a:off x="173736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Combustible variable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737360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limpieza de inyectores y aditivos.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80560" y="3977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40873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6" name="Shape 34"/>
          <p:cNvSpPr/>
          <p:nvPr/>
        </p:nvSpPr>
        <p:spPr>
          <a:xfrm>
            <a:off x="4736592" y="42702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42702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🔧</a:t>
            </a:r>
            <a:endParaRPr lang="en-US" sz="2808" dirty="0"/>
          </a:p>
        </p:txBody>
      </p:sp>
      <p:sp>
        <p:nvSpPr>
          <p:cNvPr id="38" name="Text 36"/>
          <p:cNvSpPr/>
          <p:nvPr/>
        </p:nvSpPr>
        <p:spPr>
          <a:xfrm>
            <a:off x="557784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Conversión a GLP/gas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577840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específico para taxis y conchos.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321040" y="3977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21040" y="4087368"/>
            <a:ext cx="73152" cy="156362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2" name="Shape 40"/>
          <p:cNvSpPr/>
          <p:nvPr/>
        </p:nvSpPr>
        <p:spPr>
          <a:xfrm>
            <a:off x="8577072" y="4270248"/>
            <a:ext cx="713232" cy="713232"/>
          </a:xfrm>
          <a:prstGeom prst="ellipse">
            <a:avLst/>
          </a:prstGeom>
          <a:solidFill>
            <a:srgbClr val="FDEBEC"/>
          </a:solidFill>
          <a:ln/>
        </p:spPr>
      </p:sp>
      <p:sp>
        <p:nvSpPr>
          <p:cNvPr id="43" name="Text 41"/>
          <p:cNvSpPr/>
          <p:nvPr/>
        </p:nvSpPr>
        <p:spPr>
          <a:xfrm>
            <a:off x="8577072" y="42702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8" dirty="0">
                <a:solidFill>
                  <a:srgbClr val="000000"/>
                </a:solidFill>
              </a:rPr>
              <a:t>📄</a:t>
            </a:r>
            <a:endParaRPr lang="en-US" sz="2808" dirty="0"/>
          </a:p>
        </p:txBody>
      </p:sp>
      <p:sp>
        <p:nvSpPr>
          <p:cNvPr id="44" name="Text 42"/>
          <p:cNvSpPr/>
          <p:nvPr/>
        </p:nvSpPr>
        <p:spPr>
          <a:xfrm>
            <a:off x="941832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Marbete y seguro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418320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de los trámites obligatorios cada año.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0D3D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lo que tu carro necesita, en un solo lugar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5740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🚙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3063240" y="2075688"/>
            <a:ext cx="960120" cy="292608"/>
          </a:xfrm>
          <a:prstGeom prst="rect">
            <a:avLst/>
          </a:prstGeom>
          <a:solidFill>
            <a:srgbClr val="8FE3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del vehículo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319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tu carro y cómo darle el mejor trato.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05740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🛠️</a:t>
            </a:r>
            <a:endParaRPr lang="en-US" sz="2880" dirty="0"/>
          </a:p>
        </p:txBody>
      </p:sp>
      <p:sp>
        <p:nvSpPr>
          <p:cNvPr id="14" name="Text 12"/>
          <p:cNvSpPr/>
          <p:nvPr/>
        </p:nvSpPr>
        <p:spPr>
          <a:xfrm>
            <a:off x="6903720" y="2075688"/>
            <a:ext cx="960120" cy="292608"/>
          </a:xfrm>
          <a:prstGeom prst="rect">
            <a:avLst/>
          </a:prstGeom>
          <a:solidFill>
            <a:srgbClr val="8FE3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Mantenimiento inteligente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9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según edad, km e historial.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178308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05740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📋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10744200" y="2075688"/>
            <a:ext cx="960120" cy="292608"/>
          </a:xfrm>
          <a:prstGeom prst="rect">
            <a:avLst/>
          </a:prstGeom>
          <a:solidFill>
            <a:srgbClr val="8FE3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0" y="3319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vida de tu carro y sus gastos.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20624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48056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🤖</a:t>
            </a:r>
            <a:endParaRPr lang="en-US" sz="2880" dirty="0"/>
          </a:p>
        </p:txBody>
      </p:sp>
      <p:sp>
        <p:nvSpPr>
          <p:cNvPr id="26" name="Text 24"/>
          <p:cNvSpPr/>
          <p:nvPr/>
        </p:nvSpPr>
        <p:spPr>
          <a:xfrm>
            <a:off x="3063240" y="4498848"/>
            <a:ext cx="960120" cy="292608"/>
          </a:xfrm>
          <a:prstGeom prst="rect">
            <a:avLst/>
          </a:prstGeom>
          <a:solidFill>
            <a:srgbClr val="F3C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5349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Mecánico Virtual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5840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un ruido o síntoma y recibe respuestas claras.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420624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448056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🔔</a:t>
            </a:r>
            <a:endParaRPr lang="en-US" sz="2880" dirty="0"/>
          </a:p>
        </p:txBody>
      </p:sp>
      <p:sp>
        <p:nvSpPr>
          <p:cNvPr id="32" name="Text 30"/>
          <p:cNvSpPr/>
          <p:nvPr/>
        </p:nvSpPr>
        <p:spPr>
          <a:xfrm>
            <a:off x="6903720" y="4498848"/>
            <a:ext cx="960120" cy="292608"/>
          </a:xfrm>
          <a:prstGeom prst="rect">
            <a:avLst/>
          </a:prstGeom>
          <a:solidFill>
            <a:srgbClr val="F3C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5349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Recordatorios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846320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Aceite, marbete, seguro y revisiones a tiempo.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0" y="420624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0E335F"/>
          </a:solidFill>
          <a:ln w="12700">
            <a:solidFill>
              <a:srgbClr val="1C4A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4480560"/>
            <a:ext cx="731520" cy="731520"/>
          </a:xfrm>
          <a:prstGeom prst="ellipse">
            <a:avLst/>
          </a:prstGeom>
          <a:solidFill>
            <a:srgbClr val="12407F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</a:rPr>
              <a:t>💰</a:t>
            </a:r>
            <a:endParaRPr lang="en-US" sz="2880" dirty="0"/>
          </a:p>
        </p:txBody>
      </p:sp>
      <p:sp>
        <p:nvSpPr>
          <p:cNvPr id="38" name="Text 36"/>
          <p:cNvSpPr/>
          <p:nvPr/>
        </p:nvSpPr>
        <p:spPr>
          <a:xfrm>
            <a:off x="10744200" y="4498848"/>
            <a:ext cx="960120" cy="292608"/>
          </a:xfrm>
          <a:prstGeom prst="rect">
            <a:avLst/>
          </a:prstGeom>
          <a:solidFill>
            <a:srgbClr val="F3C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0" y="5349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Estimador en RD$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686800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cuánto costaría cada reparación aquí.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CONSTRUIMOS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 confiable + inteligencia artificial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y móvil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78408" y="3840480"/>
            <a:ext cx="6400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 para llegar a todos: navegador hoy, app iOS y Android después.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118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28600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0060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híbrido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18888" y="3840480"/>
            <a:ext cx="640080" cy="457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curada y confiable + IA (Claude) que lo explica en lenguaje sencillo.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36118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1080" y="2286000"/>
            <a:ext cx="914400" cy="91440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4108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confiables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59368" y="3840480"/>
            <a:ext cx="640080" cy="4572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de fabricante, guías de mecánicos y la sabiduría de las comunidades RD.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0E335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23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Potenciado por IA: </a:t>
            </a:r>
            <a:pPr indent="0" marL="0">
              <a:buNone/>
            </a:pPr>
            <a:r>
              <a:rPr lang="en-US" sz="15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simples, recomendaciones a la medida y un Mecánico Virtual que responde tus dudas.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HACIA DÓNDE VAMOS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camino por fases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11880" cy="41605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611880" cy="914400"/>
          </a:xfrm>
          <a:prstGeom prst="roundRect">
            <a:avLst>
              <a:gd name="adj" fmla="val 14000"/>
            </a:avLst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36118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93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· MVP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esencial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16382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tu vehículo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82219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767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vehículo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448056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básico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5138928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138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5084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manual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0560" y="1874520"/>
            <a:ext cx="3611880" cy="41605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874520"/>
            <a:ext cx="3611880" cy="9144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2286000"/>
            <a:ext cx="3611880" cy="5029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993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inteligente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846320" y="3163824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 Virtual (IA)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3822192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767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46320" y="448056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 en RD$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46320" y="5138928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5138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5084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Garaje (varios autos)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321040" y="1874520"/>
            <a:ext cx="3611880" cy="41605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21040" y="1874520"/>
            <a:ext cx="3611880" cy="914400"/>
          </a:xfrm>
          <a:prstGeom prst="roundRect">
            <a:avLst>
              <a:gd name="adj" fmla="val 14000"/>
            </a:avLst>
          </a:prstGeom>
          <a:solidFill>
            <a:srgbClr val="F08C00"/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2286000"/>
            <a:ext cx="3611880" cy="50292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41" name="Text 39"/>
          <p:cNvSpPr/>
          <p:nvPr/>
        </p:nvSpPr>
        <p:spPr>
          <a:xfrm>
            <a:off x="8641080" y="1993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4108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 grande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8686800" y="3163824"/>
            <a:ext cx="201168" cy="20116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068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686800" y="3822192"/>
            <a:ext cx="201168" cy="20116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0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3767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0" y="4480560"/>
            <a:ext cx="201168" cy="20116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06840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integrada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686800" y="5138928"/>
            <a:ext cx="201168" cy="20116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5138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06840" y="5084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talleres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200400"/>
            <a:ext cx="7315200" cy="7315200"/>
          </a:xfrm>
          <a:prstGeom prst="ellipse">
            <a:avLst/>
          </a:prstGeom>
          <a:solidFill>
            <a:srgbClr val="0D3D7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0B3168"/>
          </a:solidFill>
          <a:ln/>
        </p:spPr>
      </p:sp>
      <p:sp>
        <p:nvSpPr>
          <p:cNvPr id="4" name="Shape 2"/>
          <p:cNvSpPr/>
          <p:nvPr/>
        </p:nvSpPr>
        <p:spPr>
          <a:xfrm>
            <a:off x="5699364" y="1200516"/>
            <a:ext cx="799368" cy="55248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8AA0B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33288" y="1234440"/>
            <a:ext cx="331836" cy="20839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6" name="Shape 4"/>
          <p:cNvSpPr/>
          <p:nvPr/>
        </p:nvSpPr>
        <p:spPr>
          <a:xfrm>
            <a:off x="6132972" y="1234440"/>
            <a:ext cx="331836" cy="20839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Shape 5"/>
          <p:cNvSpPr/>
          <p:nvPr/>
        </p:nvSpPr>
        <p:spPr>
          <a:xfrm>
            <a:off x="5733288" y="1510680"/>
            <a:ext cx="331836" cy="20839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8" name="Shape 6"/>
          <p:cNvSpPr/>
          <p:nvPr/>
        </p:nvSpPr>
        <p:spPr>
          <a:xfrm>
            <a:off x="6132972" y="1510680"/>
            <a:ext cx="331836" cy="20839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Conoce tu Vehículo RD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tu carro nunca fue tan fácil — ni tan dominicano.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FB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Hecho para República Dominicana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FE3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Conoce tu Vehículo RD</dc:title>
  <dc:subject>PptxGenJS Presentation</dc:subject>
  <dc:creator>Conoce tu Vehículo RD</dc:creator>
  <cp:lastModifiedBy>Conoce tu Vehículo RD</cp:lastModifiedBy>
  <cp:revision>1</cp:revision>
  <dcterms:created xsi:type="dcterms:W3CDTF">2026-07-26T04:23:06Z</dcterms:created>
  <dcterms:modified xsi:type="dcterms:W3CDTF">2026-07-26T04:23:06Z</dcterms:modified>
</cp:coreProperties>
</file>